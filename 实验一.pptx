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28" r:id="rId3"/>
    <p:sldId id="329" r:id="rId4"/>
    <p:sldId id="259" r:id="rId5"/>
    <p:sldId id="331" r:id="rId6"/>
    <p:sldId id="332" r:id="rId7"/>
    <p:sldId id="262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746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0CFFFC4-7FF9-46CC-90FE-FDE52099A1DF}"/>
              </a:ext>
            </a:extLst>
          </p:cNvPr>
          <p:cNvSpPr txBox="1"/>
          <p:nvPr userDrawn="1"/>
        </p:nvSpPr>
        <p:spPr>
          <a:xfrm>
            <a:off x="179512" y="6507645"/>
            <a:ext cx="3600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</a:rPr>
              <a:t>要向优秀的人靠拢，和学渣抱团取暖没有用。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61198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8720"/>
            <a:ext cx="7620000" cy="5217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80728"/>
            <a:ext cx="7772400" cy="4788247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608111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2025-11-06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实验一：</a:t>
            </a:r>
            <a:r>
              <a:rPr lang="en-US" altLang="zh-CN" sz="4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4000" kern="100" cap="non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inux</a:t>
            </a:r>
            <a:r>
              <a:rPr lang="zh-CN" altLang="en-US" sz="4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4000" kern="1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FTP</a:t>
            </a:r>
            <a:r>
              <a:rPr lang="zh-CN" altLang="en-US" sz="4000" kern="1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服务搭建</a:t>
            </a:r>
            <a:endParaRPr lang="zh-CN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83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147E8D-02D7-4923-9BAA-12D617B1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B62A2A-1358-408A-92DE-F8682ED85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了解</a:t>
            </a:r>
            <a:r>
              <a:rPr lang="en-US" altLang="zh-CN" dirty="0"/>
              <a:t>ftp</a:t>
            </a:r>
            <a:r>
              <a:rPr lang="zh-CN" altLang="en-US" dirty="0"/>
              <a:t>服务的概念、协议、应用场景</a:t>
            </a:r>
            <a:endParaRPr lang="en-US" altLang="zh-CN" dirty="0"/>
          </a:p>
          <a:p>
            <a:r>
              <a:rPr lang="zh-CN" altLang="en-US" dirty="0"/>
              <a:t>掌握</a:t>
            </a:r>
            <a:r>
              <a:rPr lang="en-US" altLang="zh-CN" dirty="0" err="1"/>
              <a:t>linux</a:t>
            </a:r>
            <a:r>
              <a:rPr lang="zh-CN" altLang="en-US" dirty="0"/>
              <a:t>服务器上</a:t>
            </a:r>
            <a:r>
              <a:rPr lang="en-US" altLang="zh-CN" dirty="0"/>
              <a:t>ftp</a:t>
            </a:r>
            <a:r>
              <a:rPr lang="zh-CN" altLang="en-US" dirty="0"/>
              <a:t>服务的部署和管理方法</a:t>
            </a:r>
            <a:endParaRPr lang="en-US" altLang="zh-CN" dirty="0"/>
          </a:p>
          <a:p>
            <a:r>
              <a:rPr lang="zh-CN" altLang="en-US" dirty="0"/>
              <a:t>掌握多种</a:t>
            </a:r>
            <a:r>
              <a:rPr lang="en-US" altLang="zh-CN" dirty="0"/>
              <a:t>ftp</a:t>
            </a:r>
            <a:r>
              <a:rPr lang="zh-CN" altLang="en-US" dirty="0"/>
              <a:t>客户端的应用方法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2670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4C0584-9C5A-41BA-BA58-E22EDD2A9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实验参考资料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AEBBA3-FAE1-45F2-AE51-8F16DE11B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教材第</a:t>
            </a:r>
            <a:r>
              <a:rPr lang="en-US" altLang="zh-CN" dirty="0"/>
              <a:t>11</a:t>
            </a:r>
            <a:r>
              <a:rPr lang="zh-CN" altLang="en-US" dirty="0"/>
              <a:t>章</a:t>
            </a:r>
            <a:endParaRPr lang="en-US" altLang="zh-CN" dirty="0"/>
          </a:p>
          <a:p>
            <a:r>
              <a:rPr lang="zh-CN" altLang="en-US" dirty="0"/>
              <a:t>或者</a:t>
            </a:r>
            <a:r>
              <a:rPr lang="en-US" altLang="zh-CN" dirty="0"/>
              <a:t>B</a:t>
            </a:r>
            <a:r>
              <a:rPr lang="zh-CN" altLang="en-US" dirty="0"/>
              <a:t>站搜索相关视频</a:t>
            </a:r>
            <a:endParaRPr lang="en-US" altLang="zh-CN" dirty="0"/>
          </a:p>
          <a:p>
            <a:r>
              <a:rPr lang="zh-CN" altLang="en-US" dirty="0"/>
              <a:t>或者问大模型</a:t>
            </a:r>
          </a:p>
        </p:txBody>
      </p:sp>
    </p:spTree>
    <p:extLst>
      <p:ext uri="{BB962C8B-B14F-4D97-AF65-F5344CB8AC3E}">
        <p14:creationId xmlns:p14="http://schemas.microsoft.com/office/powerpoint/2010/main" val="1639154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实验内容</a:t>
            </a:r>
            <a:r>
              <a:rPr lang="en-US" altLang="zh-CN" dirty="0"/>
              <a:t>1</a:t>
            </a:r>
            <a:r>
              <a:rPr lang="zh-CN" altLang="en-US" dirty="0"/>
              <a:t>：配置一个简单的</a:t>
            </a:r>
            <a:r>
              <a:rPr lang="en-US" altLang="zh-CN" dirty="0"/>
              <a:t>ftp</a:t>
            </a:r>
            <a:r>
              <a:rPr lang="zh-CN" altLang="en-US" dirty="0"/>
              <a:t>的服务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节点安装</a:t>
            </a:r>
            <a:r>
              <a:rPr lang="en-US" altLang="zh-CN" dirty="0"/>
              <a:t>ftp</a:t>
            </a:r>
            <a:r>
              <a:rPr lang="zh-CN" altLang="en-US" dirty="0"/>
              <a:t>的服务端</a:t>
            </a:r>
            <a:r>
              <a:rPr lang="en-US" altLang="zh-CN" dirty="0" err="1"/>
              <a:t>vsftpd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确保虚拟机能连网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安装后，配置访问模式为</a:t>
            </a:r>
            <a:r>
              <a:rPr lang="zh-CN" altLang="en-US" dirty="0">
                <a:solidFill>
                  <a:srgbClr val="FF0000"/>
                </a:solidFill>
              </a:rPr>
              <a:t>匿名访问模式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启动</a:t>
            </a:r>
            <a:r>
              <a:rPr lang="en-US" altLang="zh-CN" dirty="0" err="1"/>
              <a:t>vsftpd</a:t>
            </a:r>
            <a:r>
              <a:rPr lang="zh-CN" altLang="en-US" dirty="0"/>
              <a:t>服务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node2</a:t>
            </a:r>
            <a:r>
              <a:rPr lang="zh-CN" altLang="en-US" dirty="0"/>
              <a:t>节点安装</a:t>
            </a:r>
            <a:r>
              <a:rPr lang="en-US" altLang="zh-CN" dirty="0"/>
              <a:t>ftp</a:t>
            </a:r>
            <a:r>
              <a:rPr lang="zh-CN" altLang="en-US" dirty="0"/>
              <a:t>的客户端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确保虚拟机能连网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在命令行界面使用</a:t>
            </a:r>
            <a:r>
              <a:rPr lang="en-US" altLang="zh-CN" dirty="0"/>
              <a:t>ftp</a:t>
            </a:r>
            <a:r>
              <a:rPr lang="zh-CN" altLang="en-US" dirty="0"/>
              <a:t>命令实现文件的上传、下载、删除等操作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3123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800" dirty="0"/>
              <a:t>实验内容</a:t>
            </a:r>
            <a:r>
              <a:rPr lang="en-US" altLang="zh-CN" sz="2800" dirty="0"/>
              <a:t>2</a:t>
            </a:r>
            <a:r>
              <a:rPr lang="zh-CN" altLang="en-US" sz="2800" dirty="0"/>
              <a:t>：配置一个较安全的</a:t>
            </a:r>
            <a:r>
              <a:rPr lang="en-US" altLang="zh-CN" sz="2800" dirty="0"/>
              <a:t>ftp</a:t>
            </a:r>
            <a:r>
              <a:rPr lang="zh-CN" altLang="en-US" sz="2800" dirty="0"/>
              <a:t>的服务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node1</a:t>
            </a:r>
            <a:r>
              <a:rPr lang="zh-CN" altLang="en-US" dirty="0"/>
              <a:t>节点安装</a:t>
            </a:r>
            <a:r>
              <a:rPr lang="en-US" altLang="zh-CN" dirty="0"/>
              <a:t>ftp</a:t>
            </a:r>
            <a:r>
              <a:rPr lang="zh-CN" altLang="en-US" dirty="0"/>
              <a:t>的服务端</a:t>
            </a:r>
            <a:r>
              <a:rPr lang="en-US" altLang="zh-CN" dirty="0" err="1"/>
              <a:t>vsftpd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确保虚拟机能连网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安装后，配置访问模式为</a:t>
            </a:r>
            <a:r>
              <a:rPr lang="zh-CN" altLang="en-US" dirty="0">
                <a:solidFill>
                  <a:srgbClr val="FF0000"/>
                </a:solidFill>
              </a:rPr>
              <a:t>本地用户模式</a:t>
            </a:r>
            <a:endParaRPr lang="en-US" altLang="zh-CN" dirty="0">
              <a:solidFill>
                <a:srgbClr val="FF0000"/>
              </a:solidFill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启动</a:t>
            </a:r>
            <a:r>
              <a:rPr lang="en-US" altLang="zh-CN" dirty="0" err="1"/>
              <a:t>vsftpd</a:t>
            </a:r>
            <a:r>
              <a:rPr lang="zh-CN" altLang="en-US" dirty="0"/>
              <a:t>服务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node2</a:t>
            </a:r>
            <a:r>
              <a:rPr lang="zh-CN" altLang="en-US" dirty="0"/>
              <a:t>节点通过</a:t>
            </a:r>
            <a:r>
              <a:rPr lang="en-US" altLang="zh-CN" dirty="0"/>
              <a:t>ftp</a:t>
            </a:r>
            <a:r>
              <a:rPr lang="zh-CN" altLang="en-US" dirty="0"/>
              <a:t>的客户端访问</a:t>
            </a:r>
            <a:r>
              <a:rPr lang="en-US" altLang="zh-CN" dirty="0"/>
              <a:t>ftp</a:t>
            </a:r>
            <a:r>
              <a:rPr lang="zh-CN" altLang="en-US" dirty="0"/>
              <a:t>服务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在命令行界面使用</a:t>
            </a:r>
            <a:r>
              <a:rPr lang="en-US" altLang="zh-CN" dirty="0"/>
              <a:t>ftp</a:t>
            </a:r>
            <a:r>
              <a:rPr lang="zh-CN" altLang="en-US" dirty="0"/>
              <a:t>命令实现文件的上传、下载、删除等操作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环境使用其他</a:t>
            </a:r>
            <a:r>
              <a:rPr lang="en-US" altLang="zh-CN" dirty="0"/>
              <a:t>ftp</a:t>
            </a:r>
            <a:r>
              <a:rPr lang="zh-CN" altLang="en-US" dirty="0"/>
              <a:t>客户端工具</a:t>
            </a:r>
            <a:endParaRPr lang="en-US" altLang="zh-CN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dirty="0"/>
              <a:t>实现文件的上传、下载、删除等操作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104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17DFA-1A88-408C-8AB7-2472876E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Windows</a:t>
            </a:r>
            <a:r>
              <a:rPr lang="zh-CN" altLang="en-US" dirty="0"/>
              <a:t>下</a:t>
            </a:r>
            <a:r>
              <a:rPr lang="en-US" altLang="zh-CN" dirty="0"/>
              <a:t>ftp</a:t>
            </a:r>
            <a:r>
              <a:rPr lang="zh-CN" altLang="en-US" dirty="0"/>
              <a:t>客户端工具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770F56-F995-4647-9653-9FB68C735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或者其他工具：</a:t>
            </a:r>
            <a:endParaRPr lang="en-US" altLang="zh-CN" dirty="0"/>
          </a:p>
          <a:p>
            <a:r>
              <a:rPr lang="en-US" altLang="zh-CN" dirty="0"/>
              <a:t>FileZilla</a:t>
            </a:r>
            <a:r>
              <a:rPr lang="zh-CN" altLang="en-US" dirty="0"/>
              <a:t>、</a:t>
            </a:r>
            <a:r>
              <a:rPr lang="en-US" altLang="zh-CN" dirty="0" err="1"/>
              <a:t>FileFTP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332FB3B-677F-4368-86F7-EA7F7035B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28800"/>
            <a:ext cx="3429673" cy="210323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B9F7060-257F-484F-9121-A50FBB44B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200" y="1700808"/>
            <a:ext cx="3240360" cy="228398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77F17E3-516F-4A19-9EA7-C9BA4258E5F9}"/>
              </a:ext>
            </a:extLst>
          </p:cNvPr>
          <p:cNvSpPr txBox="1"/>
          <p:nvPr/>
        </p:nvSpPr>
        <p:spPr>
          <a:xfrm>
            <a:off x="1554149" y="4098992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MobaXterm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EFF2B2-566C-48CB-BFA9-45D6CDD8999D}"/>
              </a:ext>
            </a:extLst>
          </p:cNvPr>
          <p:cNvSpPr txBox="1"/>
          <p:nvPr/>
        </p:nvSpPr>
        <p:spPr>
          <a:xfrm>
            <a:off x="6212553" y="417297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winscp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8027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75DC38-D3B5-42DA-8AA0-33DF6EEC2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提交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129A83-229A-43DC-8A10-11DA32C53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）实验报告：按照实验报告模板写实验报告，提交给实验老师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）使用</a:t>
            </a:r>
            <a:r>
              <a:rPr lang="en-US" altLang="zh-CN" dirty="0"/>
              <a:t>ftp</a:t>
            </a:r>
            <a:r>
              <a:rPr lang="zh-CN" altLang="en-US" dirty="0"/>
              <a:t>进行文件的上传、下载、删除等操作，并录屏，视频提交至学习通</a:t>
            </a:r>
          </a:p>
        </p:txBody>
      </p:sp>
    </p:spTree>
    <p:extLst>
      <p:ext uri="{BB962C8B-B14F-4D97-AF65-F5344CB8AC3E}">
        <p14:creationId xmlns:p14="http://schemas.microsoft.com/office/powerpoint/2010/main" val="402354754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讲课ppt模板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讲课ppt模板</Template>
  <TotalTime>77</TotalTime>
  <Words>266</Words>
  <Application>Microsoft Office PowerPoint</Application>
  <PresentationFormat>全屏显示(4:3)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Arial Black</vt:lpstr>
      <vt:lpstr>Times New Roman</vt:lpstr>
      <vt:lpstr>Wingdings</vt:lpstr>
      <vt:lpstr>讲课ppt模板</vt:lpstr>
      <vt:lpstr>实验一：Linux上FTP服务搭建</vt:lpstr>
      <vt:lpstr>实验目的</vt:lpstr>
      <vt:lpstr>实验参考资料</vt:lpstr>
      <vt:lpstr>实验内容1：配置一个简单的ftp的服务</vt:lpstr>
      <vt:lpstr>实验内容2：配置一个较安全的ftp的服务</vt:lpstr>
      <vt:lpstr>Windows下ftp客户端工具</vt:lpstr>
      <vt:lpstr>提交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yangjinfeng</dc:creator>
  <cp:lastModifiedBy>杨 锦锋</cp:lastModifiedBy>
  <cp:revision>16</cp:revision>
  <dcterms:created xsi:type="dcterms:W3CDTF">2018-10-07T09:28:05Z</dcterms:created>
  <dcterms:modified xsi:type="dcterms:W3CDTF">2025-11-06T07:31:59Z</dcterms:modified>
</cp:coreProperties>
</file>