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3" r:id="rId3"/>
    <p:sldId id="264" r:id="rId4"/>
    <p:sldId id="259" r:id="rId5"/>
    <p:sldId id="265" r:id="rId6"/>
    <p:sldId id="262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0CFFFC4-7FF9-46CC-90FE-FDE52099A1DF}"/>
              </a:ext>
            </a:extLst>
          </p:cNvPr>
          <p:cNvSpPr txBox="1"/>
          <p:nvPr userDrawn="1"/>
        </p:nvSpPr>
        <p:spPr>
          <a:xfrm>
            <a:off x="179512" y="6507645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要向优秀的人靠拢，和学渣抱团取暖没有用。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643192" cy="61198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7620000" cy="52174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845817-BB3E-4A72-A37C-FDCD6FD153C1}"/>
              </a:ext>
            </a:extLst>
          </p:cNvPr>
          <p:cNvSpPr txBox="1"/>
          <p:nvPr userDrawn="1"/>
        </p:nvSpPr>
        <p:spPr>
          <a:xfrm>
            <a:off x="179512" y="6507645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要向优秀的人靠拢，和学渣抱团取暖没有用。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80728"/>
            <a:ext cx="7772400" cy="4788247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608111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400" dirty="0"/>
              <a:t>实验三：</a:t>
            </a:r>
            <a:r>
              <a:rPr lang="en-US" altLang="zh-CN" sz="4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上邮件服务搭建</a:t>
            </a:r>
            <a:endParaRPr lang="zh-CN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2833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797321-4A42-4B70-990D-C22079188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实验目的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49A20B-7073-4494-A476-A2A85A5D1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了解邮件服务的协议、应用场景</a:t>
            </a:r>
            <a:endParaRPr lang="en-US" altLang="zh-CN" dirty="0"/>
          </a:p>
          <a:p>
            <a:r>
              <a:rPr lang="zh-CN" altLang="en-US" dirty="0"/>
              <a:t>掌握</a:t>
            </a:r>
            <a:r>
              <a:rPr lang="en-US" altLang="zh-CN" dirty="0"/>
              <a:t>Linux</a:t>
            </a:r>
            <a:r>
              <a:rPr lang="zh-CN" altLang="en-US" dirty="0"/>
              <a:t>上邮件发送服务的配置</a:t>
            </a:r>
            <a:endParaRPr lang="en-US" altLang="zh-CN" dirty="0"/>
          </a:p>
          <a:p>
            <a:r>
              <a:rPr lang="zh-CN" altLang="en-US" dirty="0"/>
              <a:t>掌握</a:t>
            </a:r>
            <a:r>
              <a:rPr lang="en-US" altLang="zh-CN" dirty="0" err="1"/>
              <a:t>linux</a:t>
            </a:r>
            <a:r>
              <a:rPr lang="zh-CN" altLang="en-US" dirty="0"/>
              <a:t>上邮件接收服务的配置</a:t>
            </a:r>
            <a:endParaRPr lang="en-US" altLang="zh-CN" dirty="0"/>
          </a:p>
          <a:p>
            <a:r>
              <a:rPr lang="zh-CN" altLang="en-US" dirty="0"/>
              <a:t>了解邮件客户端工具的使用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59107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55EB72-1840-4BD1-B384-ACE88A506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参考资料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50A49B-8322-42C6-ACE8-DEA52EB69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教材的第</a:t>
            </a:r>
            <a:r>
              <a:rPr lang="en-US" altLang="zh-CN" dirty="0"/>
              <a:t>15</a:t>
            </a:r>
            <a:r>
              <a:rPr lang="zh-CN" altLang="en-US" dirty="0"/>
              <a:t>章</a:t>
            </a:r>
            <a:endParaRPr lang="en-US" altLang="zh-CN" dirty="0"/>
          </a:p>
          <a:p>
            <a:r>
              <a:rPr lang="zh-CN" altLang="en-US" dirty="0"/>
              <a:t>或者</a:t>
            </a:r>
            <a:r>
              <a:rPr lang="en-US" altLang="zh-CN" dirty="0"/>
              <a:t>B</a:t>
            </a:r>
            <a:r>
              <a:rPr lang="zh-CN" altLang="en-US" dirty="0"/>
              <a:t>站搜索：</a:t>
            </a:r>
            <a:r>
              <a:rPr lang="en-US" altLang="zh-CN" dirty="0" err="1"/>
              <a:t>linux</a:t>
            </a:r>
            <a:r>
              <a:rPr lang="zh-CN" altLang="en-US" dirty="0"/>
              <a:t>邮件服务</a:t>
            </a:r>
          </a:p>
        </p:txBody>
      </p:sp>
    </p:spTree>
    <p:extLst>
      <p:ext uri="{BB962C8B-B14F-4D97-AF65-F5344CB8AC3E}">
        <p14:creationId xmlns:p14="http://schemas.microsoft.com/office/powerpoint/2010/main" val="390474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实验内容</a:t>
            </a:r>
            <a:r>
              <a:rPr lang="en-US" altLang="zh-CN" dirty="0"/>
              <a:t>1</a:t>
            </a:r>
            <a:r>
              <a:rPr lang="zh-CN" altLang="en-US" dirty="0"/>
              <a:t>：配置邮件发送服务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node1</a:t>
            </a:r>
            <a:r>
              <a:rPr lang="zh-CN" altLang="en-US" dirty="0"/>
              <a:t>节点安装并配置</a:t>
            </a:r>
            <a:r>
              <a:rPr lang="en-US" altLang="zh-CN" dirty="0"/>
              <a:t>postfix</a:t>
            </a:r>
            <a:r>
              <a:rPr lang="zh-CN" altLang="en-US" dirty="0"/>
              <a:t>服务</a:t>
            </a:r>
            <a:endParaRPr lang="en-US" altLang="zh-CN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确保虚拟机能连网</a:t>
            </a:r>
            <a:endParaRPr lang="en-US" altLang="zh-CN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安装</a:t>
            </a:r>
            <a:r>
              <a:rPr lang="en-US" altLang="zh-CN" dirty="0"/>
              <a:t>postfix</a:t>
            </a:r>
            <a:r>
              <a:rPr lang="zh-CN" altLang="en-US" dirty="0"/>
              <a:t>后，完成重要配置：</a:t>
            </a:r>
            <a:endParaRPr lang="en-US" altLang="zh-CN" dirty="0">
              <a:solidFill>
                <a:srgbClr val="FF0000"/>
              </a:solidFill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创建账号</a:t>
            </a:r>
            <a:endParaRPr lang="en-US" altLang="zh-CN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启动</a:t>
            </a:r>
            <a:r>
              <a:rPr lang="en-US" altLang="zh-CN" dirty="0"/>
              <a:t>post</a:t>
            </a:r>
            <a:r>
              <a:rPr lang="zh-CN" altLang="en-US" dirty="0"/>
              <a:t>服务</a:t>
            </a:r>
            <a:endParaRPr lang="en-US" altLang="zh-CN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0" lvl="1" indent="0">
              <a:spcAft>
                <a:spcPts val="600"/>
              </a:spcAft>
              <a:buNone/>
            </a:pPr>
            <a:r>
              <a:rPr lang="zh-CN" altLang="en-US" b="1" dirty="0"/>
              <a:t>使用</a:t>
            </a:r>
            <a:r>
              <a:rPr lang="en-US" altLang="zh-CN" b="1" dirty="0" err="1"/>
              <a:t>sendmail</a:t>
            </a:r>
            <a:r>
              <a:rPr lang="zh-CN" altLang="en-US" b="1" dirty="0"/>
              <a:t>命令测试</a:t>
            </a:r>
            <a:r>
              <a:rPr lang="en-US" altLang="zh-CN" b="1" dirty="0"/>
              <a:t>postfix</a:t>
            </a:r>
            <a:r>
              <a:rPr lang="zh-CN" altLang="en-US" b="1" dirty="0"/>
              <a:t>服务是否配置且启动成功</a:t>
            </a:r>
            <a:endParaRPr lang="en-US" altLang="zh-CN" b="1" dirty="0"/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dirty="0"/>
              <a:t>如果没有</a:t>
            </a:r>
            <a:r>
              <a:rPr lang="en-US" altLang="zh-CN" dirty="0" err="1"/>
              <a:t>sendmail</a:t>
            </a:r>
            <a:r>
              <a:rPr lang="zh-CN" altLang="en-US" dirty="0"/>
              <a:t>命令，先安装</a:t>
            </a:r>
            <a:endParaRPr lang="en-US" altLang="zh-CN" dirty="0"/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dirty="0"/>
              <a:t>学习</a:t>
            </a:r>
            <a:r>
              <a:rPr lang="en-US" altLang="zh-CN" dirty="0" err="1"/>
              <a:t>sendmail</a:t>
            </a:r>
            <a:r>
              <a:rPr lang="zh-CN" altLang="en-US" dirty="0"/>
              <a:t>如何使用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23123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42276F-9ED8-4A65-B099-A8043EDD1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实验内容</a:t>
            </a:r>
            <a:r>
              <a:rPr lang="en-US" altLang="zh-CN" dirty="0"/>
              <a:t>2</a:t>
            </a:r>
            <a:r>
              <a:rPr lang="zh-CN" altLang="en-US" dirty="0"/>
              <a:t>：配置邮件接收服务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3C4BD7-9333-42CE-9564-C2505D35E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node1</a:t>
            </a:r>
            <a:r>
              <a:rPr lang="zh-CN" altLang="en-US" dirty="0"/>
              <a:t>节点安装并配置</a:t>
            </a:r>
            <a:r>
              <a:rPr lang="en-US" altLang="zh-CN" dirty="0"/>
              <a:t>Dovecot</a:t>
            </a:r>
            <a:r>
              <a:rPr lang="zh-CN" altLang="en-US" dirty="0"/>
              <a:t>服务</a:t>
            </a:r>
            <a:endParaRPr lang="en-US" altLang="zh-CN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确保虚拟机能连网</a:t>
            </a:r>
            <a:endParaRPr lang="en-US" altLang="zh-CN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安装</a:t>
            </a:r>
            <a:r>
              <a:rPr lang="en-US" altLang="zh-CN" dirty="0"/>
              <a:t>Dovecot</a:t>
            </a:r>
            <a:r>
              <a:rPr lang="zh-CN" altLang="en-US" dirty="0"/>
              <a:t>后，完成重要配置：</a:t>
            </a:r>
            <a:endParaRPr lang="en-US" altLang="zh-CN" dirty="0">
              <a:solidFill>
                <a:srgbClr val="FF0000"/>
              </a:solidFill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启动</a:t>
            </a:r>
            <a:r>
              <a:rPr lang="en-US" altLang="zh-CN" dirty="0"/>
              <a:t>post</a:t>
            </a:r>
            <a:r>
              <a:rPr lang="zh-CN" altLang="en-US" dirty="0"/>
              <a:t>服务</a:t>
            </a:r>
            <a:endParaRPr lang="en-US" altLang="zh-CN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0" lvl="1" indent="0">
              <a:spcAft>
                <a:spcPts val="600"/>
              </a:spcAft>
              <a:buNone/>
            </a:pPr>
            <a:r>
              <a:rPr lang="zh-CN" altLang="en-US" b="1" dirty="0"/>
              <a:t>使用</a:t>
            </a:r>
            <a:r>
              <a:rPr lang="en-US" altLang="zh-CN" b="1" dirty="0" err="1">
                <a:solidFill>
                  <a:srgbClr val="0F1115"/>
                </a:solidFill>
                <a:effectLst/>
                <a:latin typeface="quote-cjk-patch"/>
              </a:rPr>
              <a:t>doveadm</a:t>
            </a:r>
            <a:r>
              <a:rPr lang="en-US" altLang="zh-CN" b="1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1" dirty="0"/>
              <a:t>命令测试</a:t>
            </a:r>
            <a:r>
              <a:rPr lang="en-US" altLang="zh-CN" dirty="0"/>
              <a:t>Dovecot</a:t>
            </a:r>
            <a:r>
              <a:rPr lang="zh-CN" altLang="en-US" b="1" dirty="0"/>
              <a:t>服务是否配置且启动成功</a:t>
            </a:r>
            <a:endParaRPr lang="en-US" altLang="zh-CN" b="1" dirty="0"/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dirty="0"/>
              <a:t>如果没有</a:t>
            </a:r>
            <a:r>
              <a:rPr lang="en-US" altLang="zh-CN" b="1" dirty="0" err="1">
                <a:solidFill>
                  <a:srgbClr val="0F1115"/>
                </a:solidFill>
                <a:effectLst/>
                <a:latin typeface="quote-cjk-patch"/>
              </a:rPr>
              <a:t>doveadm</a:t>
            </a:r>
            <a:r>
              <a:rPr lang="zh-CN" altLang="en-US" dirty="0"/>
              <a:t>命令，先安装</a:t>
            </a:r>
            <a:endParaRPr lang="en-US" altLang="zh-CN" dirty="0"/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dirty="0"/>
              <a:t>学习</a:t>
            </a:r>
            <a:r>
              <a:rPr lang="en-US" altLang="zh-CN" b="1" dirty="0" err="1">
                <a:solidFill>
                  <a:srgbClr val="0F1115"/>
                </a:solidFill>
                <a:effectLst/>
                <a:latin typeface="quote-cjk-patch"/>
              </a:rPr>
              <a:t>doveadm</a:t>
            </a:r>
            <a:r>
              <a:rPr lang="zh-CN" altLang="en-US" dirty="0"/>
              <a:t>如何使用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windows</a:t>
            </a:r>
            <a:r>
              <a:rPr lang="zh-CN" altLang="en-US" dirty="0"/>
              <a:t>上使用</a:t>
            </a:r>
            <a:r>
              <a:rPr lang="en-US" altLang="zh-CN" dirty="0" err="1"/>
              <a:t>foxmail</a:t>
            </a:r>
            <a:r>
              <a:rPr lang="zh-CN" altLang="en-US" dirty="0"/>
              <a:t>测试</a:t>
            </a:r>
            <a:endParaRPr lang="en-US" altLang="zh-CN" dirty="0"/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dirty="0"/>
              <a:t>在</a:t>
            </a:r>
            <a:r>
              <a:rPr lang="en-US" altLang="zh-CN" dirty="0"/>
              <a:t>windows</a:t>
            </a:r>
            <a:r>
              <a:rPr lang="zh-CN" altLang="en-US" dirty="0"/>
              <a:t>上安装</a:t>
            </a:r>
            <a:r>
              <a:rPr lang="en-US" altLang="zh-CN" dirty="0" err="1"/>
              <a:t>foxmail</a:t>
            </a:r>
            <a:endParaRPr lang="en-US" altLang="zh-CN" dirty="0"/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dirty="0"/>
              <a:t>测试是否能正常发送和接受邮件</a:t>
            </a:r>
          </a:p>
        </p:txBody>
      </p:sp>
    </p:spTree>
    <p:extLst>
      <p:ext uri="{BB962C8B-B14F-4D97-AF65-F5344CB8AC3E}">
        <p14:creationId xmlns:p14="http://schemas.microsoft.com/office/powerpoint/2010/main" val="2970775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75DC38-D3B5-42DA-8AA0-33DF6EEC2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提交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129A83-229A-43DC-8A10-11DA32C53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）实验报告：按照实验报告模板写实验报告，提交给实验老师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）实验内容</a:t>
            </a:r>
            <a:r>
              <a:rPr lang="en-US" altLang="zh-CN" dirty="0"/>
              <a:t>1</a:t>
            </a:r>
            <a:r>
              <a:rPr lang="zh-CN" altLang="en-US" dirty="0"/>
              <a:t>和实验内容</a:t>
            </a:r>
            <a:r>
              <a:rPr lang="en-US" altLang="zh-CN" dirty="0"/>
              <a:t>2</a:t>
            </a:r>
            <a:r>
              <a:rPr lang="zh-CN" altLang="en-US" dirty="0"/>
              <a:t>的测试部分录屏，视频提交至学习通</a:t>
            </a:r>
          </a:p>
        </p:txBody>
      </p:sp>
    </p:spTree>
    <p:extLst>
      <p:ext uri="{BB962C8B-B14F-4D97-AF65-F5344CB8AC3E}">
        <p14:creationId xmlns:p14="http://schemas.microsoft.com/office/powerpoint/2010/main" val="4023547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讲课ppt模板">
  <a:themeElements>
    <a:clrScheme name="基本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基本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讲课ppt模板</Template>
  <TotalTime>50</TotalTime>
  <Words>222</Words>
  <Application>Microsoft Office PowerPoint</Application>
  <PresentationFormat>全屏显示(4:3)</PresentationFormat>
  <Paragraphs>37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quote-cjk-patch</vt:lpstr>
      <vt:lpstr>Arial</vt:lpstr>
      <vt:lpstr>Arial Black</vt:lpstr>
      <vt:lpstr>Times New Roman</vt:lpstr>
      <vt:lpstr>Wingdings</vt:lpstr>
      <vt:lpstr>讲课ppt模板</vt:lpstr>
      <vt:lpstr>实验三：Linux上邮件服务搭建</vt:lpstr>
      <vt:lpstr>实验目的</vt:lpstr>
      <vt:lpstr>参考资料</vt:lpstr>
      <vt:lpstr>实验内容1：配置邮件发送服务</vt:lpstr>
      <vt:lpstr>实验内容2：配置邮件接收服务</vt:lpstr>
      <vt:lpstr>提交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yangjinfeng</dc:creator>
  <cp:lastModifiedBy>杨 锦锋</cp:lastModifiedBy>
  <cp:revision>16</cp:revision>
  <dcterms:created xsi:type="dcterms:W3CDTF">2018-10-07T09:28:05Z</dcterms:created>
  <dcterms:modified xsi:type="dcterms:W3CDTF">2025-11-06T11:48:34Z</dcterms:modified>
</cp:coreProperties>
</file>