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1" r:id="rId3"/>
    <p:sldId id="262" r:id="rId4"/>
    <p:sldId id="258" r:id="rId5"/>
    <p:sldId id="264" r:id="rId6"/>
    <p:sldId id="260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74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CFFFC4-7FF9-46CC-90FE-FDE52099A1DF}"/>
              </a:ext>
            </a:extLst>
          </p:cNvPr>
          <p:cNvSpPr txBox="1"/>
          <p:nvPr userDrawn="1"/>
        </p:nvSpPr>
        <p:spPr>
          <a:xfrm>
            <a:off x="179512" y="6507645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要向优秀的人靠拢，和学渣抱团取暖没有用。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643192" cy="61198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7620000" cy="52174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845817-BB3E-4A72-A37C-FDCD6FD153C1}"/>
              </a:ext>
            </a:extLst>
          </p:cNvPr>
          <p:cNvSpPr txBox="1"/>
          <p:nvPr userDrawn="1"/>
        </p:nvSpPr>
        <p:spPr>
          <a:xfrm>
            <a:off x="179512" y="6507645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要向优秀的人靠拢，和学渣抱团取暖没有用。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80728"/>
            <a:ext cx="7772400" cy="4788247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608111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192.168.10.161:2025/hello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192.168.10.161:2025/hello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400" dirty="0"/>
              <a:t>实验二：</a:t>
            </a:r>
            <a:r>
              <a:rPr lang="en-US" altLang="zh-CN" sz="3600" cap="none" dirty="0"/>
              <a:t>Linux</a:t>
            </a:r>
            <a:r>
              <a:rPr lang="zh-CN" altLang="en-US" sz="3600" dirty="0"/>
              <a:t>上</a:t>
            </a:r>
            <a:r>
              <a:rPr lang="en-US" altLang="zh-CN" sz="3600" dirty="0"/>
              <a:t>Web</a:t>
            </a:r>
            <a:r>
              <a:rPr lang="zh-CN" altLang="en-US" sz="3600" dirty="0"/>
              <a:t>服务搭建</a:t>
            </a:r>
            <a:endParaRPr lang="zh-CN" altLang="en-US" sz="44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833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D2E02B-8FA6-4127-98F6-F22C5A8D6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8F1C0D-C36B-4C87-AFB4-6F50835A2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了解</a:t>
            </a:r>
            <a:r>
              <a:rPr lang="en-US" altLang="zh-CN" dirty="0"/>
              <a:t>web</a:t>
            </a:r>
            <a:r>
              <a:rPr lang="zh-CN" altLang="en-US" dirty="0"/>
              <a:t>服务的概念、应用场景</a:t>
            </a:r>
            <a:endParaRPr lang="en-US" altLang="zh-CN" dirty="0"/>
          </a:p>
          <a:p>
            <a:r>
              <a:rPr lang="zh-CN" altLang="en-US" dirty="0"/>
              <a:t>掌握</a:t>
            </a:r>
            <a:r>
              <a:rPr lang="en-US" altLang="zh-CN" dirty="0"/>
              <a:t>Linux</a:t>
            </a:r>
            <a:r>
              <a:rPr lang="zh-CN" altLang="en-US" dirty="0"/>
              <a:t>服务器上常见</a:t>
            </a:r>
            <a:r>
              <a:rPr lang="en-US" altLang="zh-CN" dirty="0"/>
              <a:t>Web</a:t>
            </a:r>
            <a:r>
              <a:rPr lang="zh-CN" altLang="en-US" dirty="0"/>
              <a:t>服务的搭建</a:t>
            </a:r>
          </a:p>
          <a:p>
            <a:r>
              <a:rPr lang="zh-CN" altLang="en-US" dirty="0"/>
              <a:t>掌握</a:t>
            </a:r>
            <a:r>
              <a:rPr lang="en-US" altLang="zh-CN" dirty="0"/>
              <a:t>web</a:t>
            </a:r>
            <a:r>
              <a:rPr lang="zh-CN" altLang="en-US" dirty="0"/>
              <a:t>服务的测试方法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66122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C4FCEC-ED07-403D-A011-F4ED81834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参考资料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9211E3-0D67-446C-B0CB-15D8E17A3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站搜索“</a:t>
            </a:r>
            <a:r>
              <a:rPr lang="en-US" altLang="zh-CN" dirty="0"/>
              <a:t>tomcat hello world</a:t>
            </a:r>
            <a:r>
              <a:rPr lang="zh-CN" altLang="en-US" dirty="0"/>
              <a:t>”</a:t>
            </a:r>
            <a:endParaRPr lang="en-US" altLang="zh-CN" dirty="0"/>
          </a:p>
          <a:p>
            <a:r>
              <a:rPr lang="en-US" altLang="zh-CN" dirty="0"/>
              <a:t>B</a:t>
            </a:r>
            <a:r>
              <a:rPr lang="zh-CN" altLang="en-US" dirty="0"/>
              <a:t>站搜索“</a:t>
            </a:r>
            <a:r>
              <a:rPr lang="en-US" altLang="zh-CN" dirty="0"/>
              <a:t>flask hello world</a:t>
            </a:r>
            <a:r>
              <a:rPr lang="zh-CN" altLang="en-US" dirty="0"/>
              <a:t>”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9244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9EF521-FC86-4B70-AE59-69FC8D5D1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实验内容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zh-CN" altLang="en-US" sz="3100" dirty="0"/>
              <a:t>使用</a:t>
            </a:r>
            <a:r>
              <a:rPr lang="en-US" altLang="zh-CN" sz="3100" dirty="0"/>
              <a:t>tomcat</a:t>
            </a:r>
            <a:r>
              <a:rPr lang="zh-CN" altLang="en-US" sz="3100" dirty="0"/>
              <a:t>搭建</a:t>
            </a:r>
            <a:r>
              <a:rPr lang="en-US" altLang="zh-CN" sz="3100" dirty="0"/>
              <a:t>web</a:t>
            </a:r>
            <a:r>
              <a:rPr lang="zh-CN" altLang="en-US" sz="3100" dirty="0"/>
              <a:t>服务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2763F2-AB84-41A4-A827-952609CA0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node1</a:t>
            </a:r>
            <a:r>
              <a:rPr lang="zh-CN" altLang="en-US" dirty="0"/>
              <a:t>下载或者安装</a:t>
            </a:r>
            <a:r>
              <a:rPr lang="en-US" altLang="zh-CN" dirty="0"/>
              <a:t>tomcat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确保虚拟机有</a:t>
            </a:r>
            <a:r>
              <a:rPr lang="en-US" altLang="zh-CN" dirty="0"/>
              <a:t>java</a:t>
            </a:r>
            <a:r>
              <a:rPr lang="zh-CN" altLang="en-US" dirty="0"/>
              <a:t>运行环境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配置</a:t>
            </a:r>
            <a:r>
              <a:rPr lang="en-US" altLang="zh-CN" dirty="0"/>
              <a:t>tomcat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配置</a:t>
            </a:r>
            <a:r>
              <a:rPr lang="en-US" altLang="zh-CN" dirty="0"/>
              <a:t>web</a:t>
            </a:r>
            <a:r>
              <a:rPr lang="zh-CN" altLang="en-US" dirty="0"/>
              <a:t>服务的根目录</a:t>
            </a:r>
            <a:endParaRPr lang="en-US" altLang="zh-CN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配置</a:t>
            </a:r>
            <a:r>
              <a:rPr lang="en-US" altLang="zh-CN" dirty="0"/>
              <a:t>web</a:t>
            </a:r>
            <a:r>
              <a:rPr lang="zh-CN" altLang="en-US" dirty="0"/>
              <a:t>服务的端口号为</a:t>
            </a:r>
            <a:r>
              <a:rPr lang="en-US" altLang="zh-CN" dirty="0"/>
              <a:t>2025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在根目录放一个简单的</a:t>
            </a:r>
            <a:r>
              <a:rPr lang="en-US" altLang="zh-CN" dirty="0"/>
              <a:t>html</a:t>
            </a:r>
            <a:r>
              <a:rPr lang="zh-CN" altLang="en-US" dirty="0"/>
              <a:t>文件：</a:t>
            </a:r>
            <a:r>
              <a:rPr lang="en-US" altLang="zh-CN" dirty="0"/>
              <a:t>hello.html (</a:t>
            </a:r>
            <a:r>
              <a:rPr lang="zh-CN" altLang="en-US" dirty="0"/>
              <a:t>内容随意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zh-CN" altLang="en-US" dirty="0"/>
              <a:t>启动</a:t>
            </a:r>
            <a:r>
              <a:rPr lang="en-US" altLang="zh-CN" dirty="0"/>
              <a:t>tomcat</a:t>
            </a:r>
            <a:r>
              <a:rPr lang="zh-CN" altLang="en-US" dirty="0"/>
              <a:t>并测试</a:t>
            </a:r>
            <a:endParaRPr lang="en-US" altLang="zh-CN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在</a:t>
            </a:r>
            <a:r>
              <a:rPr lang="en-US" altLang="zh-CN" dirty="0"/>
              <a:t>node1</a:t>
            </a:r>
            <a:r>
              <a:rPr lang="zh-CN" altLang="en-US" dirty="0"/>
              <a:t>启动</a:t>
            </a:r>
            <a:r>
              <a:rPr lang="en-US" altLang="zh-CN" dirty="0"/>
              <a:t>tomcat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在自己的</a:t>
            </a:r>
            <a:r>
              <a:rPr lang="en-US" altLang="zh-CN" dirty="0"/>
              <a:t>windows</a:t>
            </a:r>
            <a:r>
              <a:rPr lang="zh-CN" altLang="en-US" dirty="0"/>
              <a:t>下打开浏览器测试</a:t>
            </a:r>
            <a:r>
              <a:rPr lang="en-US" altLang="zh-CN" dirty="0">
                <a:hlinkClick r:id="rId2"/>
              </a:rPr>
              <a:t>http://192.168.10.161:2025/hello.html</a:t>
            </a:r>
            <a:r>
              <a:rPr lang="en-US" altLang="zh-CN" dirty="0"/>
              <a:t> </a:t>
            </a:r>
            <a:r>
              <a:rPr lang="zh-CN" altLang="en-US" dirty="0"/>
              <a:t>（</a:t>
            </a:r>
            <a:r>
              <a:rPr lang="en-US" altLang="zh-CN" dirty="0" err="1"/>
              <a:t>ip</a:t>
            </a:r>
            <a:r>
              <a:rPr lang="zh-CN" altLang="en-US" dirty="0"/>
              <a:t>根据自己情况修改）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3565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9EF521-FC86-4B70-AE59-69FC8D5D1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实验内容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zh-CN" altLang="en-US" sz="3100" dirty="0"/>
              <a:t>使用</a:t>
            </a:r>
            <a:r>
              <a:rPr lang="en-US" altLang="zh-CN" sz="3100" dirty="0"/>
              <a:t>flask</a:t>
            </a:r>
            <a:r>
              <a:rPr lang="zh-CN" altLang="en-US" sz="3100" dirty="0"/>
              <a:t>搭建</a:t>
            </a:r>
            <a:r>
              <a:rPr lang="en-US" altLang="zh-CN" sz="3100" dirty="0"/>
              <a:t>web</a:t>
            </a:r>
            <a:r>
              <a:rPr lang="zh-CN" altLang="en-US" sz="3100" dirty="0"/>
              <a:t>服务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2763F2-AB84-41A4-A827-952609CA0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node1</a:t>
            </a:r>
            <a:r>
              <a:rPr lang="zh-CN" altLang="en-US" dirty="0"/>
              <a:t>下载或者安装</a:t>
            </a:r>
            <a:r>
              <a:rPr lang="en-US" altLang="zh-CN" dirty="0"/>
              <a:t>flask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确保虚拟机有</a:t>
            </a:r>
            <a:r>
              <a:rPr lang="en-US" altLang="zh-CN" dirty="0"/>
              <a:t>python</a:t>
            </a:r>
            <a:r>
              <a:rPr lang="zh-CN" altLang="en-US" dirty="0"/>
              <a:t>运行环境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配置</a:t>
            </a:r>
            <a:r>
              <a:rPr lang="en-US" altLang="zh-CN" dirty="0"/>
              <a:t>flask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配置</a:t>
            </a:r>
            <a:r>
              <a:rPr lang="en-US" altLang="zh-CN" dirty="0"/>
              <a:t>web</a:t>
            </a:r>
            <a:r>
              <a:rPr lang="zh-CN" altLang="en-US" dirty="0"/>
              <a:t>服务的根目录</a:t>
            </a:r>
            <a:endParaRPr lang="en-US" altLang="zh-CN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配置</a:t>
            </a:r>
            <a:r>
              <a:rPr lang="en-US" altLang="zh-CN" dirty="0"/>
              <a:t>web</a:t>
            </a:r>
            <a:r>
              <a:rPr lang="zh-CN" altLang="en-US" dirty="0"/>
              <a:t>服务的端口号为</a:t>
            </a:r>
            <a:r>
              <a:rPr lang="en-US" altLang="zh-CN" dirty="0"/>
              <a:t>2025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在根目录放一个简单的</a:t>
            </a:r>
            <a:r>
              <a:rPr lang="en-US" altLang="zh-CN" dirty="0"/>
              <a:t>html</a:t>
            </a:r>
            <a:r>
              <a:rPr lang="zh-CN" altLang="en-US" dirty="0"/>
              <a:t>文件：</a:t>
            </a:r>
            <a:r>
              <a:rPr lang="en-US" altLang="zh-CN" dirty="0"/>
              <a:t>hello.html (</a:t>
            </a:r>
            <a:r>
              <a:rPr lang="zh-CN" altLang="en-US" dirty="0"/>
              <a:t>内容随意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zh-CN" altLang="en-US" dirty="0"/>
              <a:t>启动</a:t>
            </a:r>
            <a:r>
              <a:rPr lang="en-US" altLang="zh-CN" dirty="0"/>
              <a:t>flask</a:t>
            </a:r>
            <a:r>
              <a:rPr lang="zh-CN" altLang="en-US" dirty="0"/>
              <a:t>并测试</a:t>
            </a:r>
            <a:endParaRPr lang="en-US" altLang="zh-CN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在</a:t>
            </a:r>
            <a:r>
              <a:rPr lang="en-US" altLang="zh-CN" dirty="0"/>
              <a:t>node1</a:t>
            </a:r>
            <a:r>
              <a:rPr lang="zh-CN" altLang="en-US" dirty="0"/>
              <a:t>启动</a:t>
            </a:r>
            <a:r>
              <a:rPr lang="en-US" altLang="zh-CN" dirty="0"/>
              <a:t>flask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在自己的</a:t>
            </a:r>
            <a:r>
              <a:rPr lang="en-US" altLang="zh-CN" dirty="0"/>
              <a:t>windows</a:t>
            </a:r>
            <a:r>
              <a:rPr lang="zh-CN" altLang="en-US" dirty="0"/>
              <a:t>下打开浏览器测试</a:t>
            </a:r>
            <a:r>
              <a:rPr lang="en-US" altLang="zh-CN" dirty="0">
                <a:hlinkClick r:id="rId2"/>
              </a:rPr>
              <a:t>http://192.168.10.161:2025/hello.html</a:t>
            </a:r>
            <a:r>
              <a:rPr lang="en-US" altLang="zh-CN" dirty="0"/>
              <a:t> </a:t>
            </a:r>
            <a:r>
              <a:rPr lang="zh-CN" altLang="en-US" dirty="0"/>
              <a:t>（</a:t>
            </a:r>
            <a:r>
              <a:rPr lang="en-US" altLang="zh-CN" dirty="0" err="1"/>
              <a:t>ip</a:t>
            </a:r>
            <a:r>
              <a:rPr lang="zh-CN" altLang="en-US" dirty="0"/>
              <a:t>根据自己情况修改）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8297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75DC38-D3B5-42DA-8AA0-33DF6EEC2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提交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129A83-229A-43DC-8A10-11DA32C53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）实验报告：按照实验报告模板写实验报告，提交给实验老师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）在浏览器上测试</a:t>
            </a:r>
            <a:r>
              <a:rPr lang="en-US" altLang="zh-CN" dirty="0"/>
              <a:t>web</a:t>
            </a:r>
            <a:r>
              <a:rPr lang="zh-CN" altLang="en-US" dirty="0"/>
              <a:t>服务是否搭建成功并录屏，视频提交至学习通</a:t>
            </a:r>
          </a:p>
        </p:txBody>
      </p:sp>
    </p:spTree>
    <p:extLst>
      <p:ext uri="{BB962C8B-B14F-4D97-AF65-F5344CB8AC3E}">
        <p14:creationId xmlns:p14="http://schemas.microsoft.com/office/powerpoint/2010/main" val="4023547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讲课ppt模板">
  <a:themeElements>
    <a:clrScheme name="基本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讲课ppt模板</Template>
  <TotalTime>68</TotalTime>
  <Words>256</Words>
  <Application>Microsoft Office PowerPoint</Application>
  <PresentationFormat>全屏显示(4:3)</PresentationFormat>
  <Paragraphs>37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Wingdings</vt:lpstr>
      <vt:lpstr>讲课ppt模板</vt:lpstr>
      <vt:lpstr>实验二：Linux上Web服务搭建</vt:lpstr>
      <vt:lpstr>实验目的</vt:lpstr>
      <vt:lpstr>参考资料</vt:lpstr>
      <vt:lpstr>实验内容1：使用tomcat搭建web服务</vt:lpstr>
      <vt:lpstr>实验内容2：使用flask搭建web服务</vt:lpstr>
      <vt:lpstr>提交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yangjinfeng</dc:creator>
  <cp:lastModifiedBy>杨 锦锋</cp:lastModifiedBy>
  <cp:revision>18</cp:revision>
  <dcterms:created xsi:type="dcterms:W3CDTF">2018-10-07T09:28:05Z</dcterms:created>
  <dcterms:modified xsi:type="dcterms:W3CDTF">2025-11-06T07:52:08Z</dcterms:modified>
</cp:coreProperties>
</file>