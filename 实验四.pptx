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2" r:id="rId3"/>
    <p:sldId id="263" r:id="rId4"/>
    <p:sldId id="264" r:id="rId5"/>
    <p:sldId id="266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CFFFC4-7FF9-46CC-90FE-FDE52099A1DF}"/>
              </a:ext>
            </a:extLst>
          </p:cNvPr>
          <p:cNvSpPr txBox="1"/>
          <p:nvPr userDrawn="1"/>
        </p:nvSpPr>
        <p:spPr>
          <a:xfrm>
            <a:off x="179512" y="6507645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要向优秀的人靠拢，和学渣抱团取暖没有用。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43192" cy="61198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7620000" cy="52174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845817-BB3E-4A72-A37C-FDCD6FD153C1}"/>
              </a:ext>
            </a:extLst>
          </p:cNvPr>
          <p:cNvSpPr txBox="1"/>
          <p:nvPr userDrawn="1"/>
        </p:nvSpPr>
        <p:spPr>
          <a:xfrm>
            <a:off x="179512" y="6507645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要向优秀的人靠拢，和学渣抱团取暖没有用。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80728"/>
            <a:ext cx="7772400" cy="478824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608111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2025-11-13</a:t>
            </a:fld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2025-11-13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tencent.com/developer/article/1795499?from=15425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实验四：</a:t>
            </a:r>
            <a:br>
              <a:rPr lang="en-US" altLang="zh-CN" dirty="0"/>
            </a:br>
            <a:r>
              <a:rPr lang="zh-CN" altLang="en-US" sz="4800" dirty="0"/>
              <a:t>常用</a:t>
            </a:r>
            <a:r>
              <a:rPr lang="en-US" altLang="zh-CN" sz="4800" dirty="0"/>
              <a:t>Linux</a:t>
            </a:r>
            <a:r>
              <a:rPr lang="zh-CN" altLang="en-US" sz="4800" dirty="0"/>
              <a:t>命令操作和</a:t>
            </a:r>
            <a:r>
              <a:rPr lang="en-US" altLang="zh-CN" sz="4800" dirty="0"/>
              <a:t>shell</a:t>
            </a:r>
            <a:r>
              <a:rPr lang="zh-CN" altLang="en-US" sz="4800" dirty="0"/>
              <a:t>编程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833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56599D-1002-4E74-85F4-65A87340F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实验内容</a:t>
            </a:r>
            <a:r>
              <a:rPr lang="en-US" altLang="zh-CN" dirty="0"/>
              <a:t>1</a:t>
            </a:r>
            <a:r>
              <a:rPr lang="zh-CN" altLang="en-US" dirty="0"/>
              <a:t>：解析</a:t>
            </a:r>
            <a:r>
              <a:rPr lang="en-US" altLang="zh-CN" dirty="0"/>
              <a:t>json</a:t>
            </a:r>
            <a:r>
              <a:rPr lang="zh-CN" altLang="en-US" dirty="0"/>
              <a:t>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36E127-D513-4636-AC15-BEEC1BFE3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要解析的</a:t>
            </a:r>
            <a:r>
              <a:rPr lang="en-US" altLang="zh-CN" dirty="0"/>
              <a:t>json</a:t>
            </a:r>
            <a:r>
              <a:rPr lang="zh-CN" altLang="en-US" dirty="0"/>
              <a:t>文件为</a:t>
            </a:r>
            <a:r>
              <a:rPr lang="en-US" altLang="zh-CN" dirty="0" err="1"/>
              <a:t>hotel_db.json</a:t>
            </a:r>
            <a:endParaRPr lang="en-US" altLang="zh-CN" dirty="0"/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在</a:t>
            </a:r>
            <a:r>
              <a:rPr lang="en-US" altLang="zh-CN" dirty="0">
                <a:solidFill>
                  <a:srgbClr val="0000FF"/>
                </a:solidFill>
              </a:rPr>
              <a:t>node2</a:t>
            </a:r>
            <a:r>
              <a:rPr lang="zh-CN" altLang="en-US" dirty="0"/>
              <a:t>上完成解析。从</a:t>
            </a:r>
            <a:r>
              <a:rPr lang="en-US" altLang="zh-CN" dirty="0"/>
              <a:t>json</a:t>
            </a:r>
            <a:r>
              <a:rPr lang="zh-CN" altLang="en-US" dirty="0"/>
              <a:t>文件中提取酒店信息，每个酒店输出一行，格式如下：</a:t>
            </a:r>
            <a:endParaRPr lang="en-US" altLang="zh-CN" dirty="0"/>
          </a:p>
          <a:p>
            <a:pPr>
              <a:buClr>
                <a:srgbClr val="FF0000"/>
              </a:buClr>
            </a:pPr>
            <a:r>
              <a:rPr lang="zh-CN" altLang="en-US" dirty="0"/>
              <a:t>    名称</a:t>
            </a:r>
            <a:r>
              <a:rPr lang="en-US" altLang="zh-CN" dirty="0"/>
              <a:t>, </a:t>
            </a:r>
            <a:r>
              <a:rPr lang="zh-CN" altLang="en-US" dirty="0"/>
              <a:t>酒店类型</a:t>
            </a:r>
            <a:r>
              <a:rPr lang="en-US" altLang="zh-CN" dirty="0"/>
              <a:t>,</a:t>
            </a:r>
            <a:r>
              <a:rPr lang="zh-CN" altLang="en-US" dirty="0"/>
              <a:t>地址</a:t>
            </a:r>
            <a:r>
              <a:rPr lang="en-US" altLang="zh-CN" dirty="0"/>
              <a:t>,</a:t>
            </a:r>
            <a:r>
              <a:rPr lang="zh-CN" altLang="en-US" dirty="0"/>
              <a:t>电话</a:t>
            </a:r>
            <a:endParaRPr lang="en-US" altLang="zh-CN" dirty="0"/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提取的酒店信息保存为</a:t>
            </a:r>
            <a:r>
              <a:rPr lang="en-US" altLang="zh-CN" dirty="0"/>
              <a:t>output.csv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BC1476-24F5-4141-B7EB-39B176E2B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841450"/>
            <a:ext cx="5256584" cy="399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21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5A60F5-2111-46FF-836D-9BAFFE44E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解析</a:t>
            </a:r>
            <a:r>
              <a:rPr lang="en-US" altLang="zh-CN" dirty="0"/>
              <a:t>json</a:t>
            </a:r>
            <a:r>
              <a:rPr lang="zh-CN" altLang="en-US" dirty="0"/>
              <a:t>文件的思路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0F6DFE-EDD8-4211-B35D-F5D0BA6DC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(1)</a:t>
            </a:r>
            <a:r>
              <a:rPr lang="zh-CN" altLang="en-US" dirty="0"/>
              <a:t>使用</a:t>
            </a:r>
            <a:r>
              <a:rPr lang="en-US" altLang="zh-CN" dirty="0" err="1"/>
              <a:t>linux</a:t>
            </a:r>
            <a:r>
              <a:rPr lang="zh-CN" altLang="en-US" dirty="0"/>
              <a:t>命令</a:t>
            </a:r>
            <a:endParaRPr lang="en-US" altLang="zh-CN" dirty="0"/>
          </a:p>
          <a:p>
            <a:r>
              <a:rPr lang="zh-CN" altLang="en-US" dirty="0"/>
              <a:t>参考：</a:t>
            </a:r>
            <a:endParaRPr lang="en-US" altLang="zh-CN" dirty="0">
              <a:hlinkClick r:id="rId2"/>
            </a:endParaRPr>
          </a:p>
          <a:p>
            <a:r>
              <a:rPr lang="en-US" altLang="zh-CN" dirty="0">
                <a:hlinkClick r:id="rId2"/>
              </a:rPr>
              <a:t>https://cloud.tencent.com/developer/article/1795499?from=15425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(2)</a:t>
            </a:r>
            <a:r>
              <a:rPr lang="zh-CN" altLang="en-US" dirty="0"/>
              <a:t>使用</a:t>
            </a:r>
            <a:r>
              <a:rPr lang="en-US" altLang="zh-CN" dirty="0"/>
              <a:t>java</a:t>
            </a:r>
            <a:r>
              <a:rPr lang="zh-CN" altLang="en-US" dirty="0"/>
              <a:t>或者</a:t>
            </a:r>
            <a:r>
              <a:rPr lang="en-US" altLang="zh-CN" dirty="0"/>
              <a:t>python</a:t>
            </a:r>
            <a:r>
              <a:rPr lang="zh-CN" altLang="en-US" dirty="0"/>
              <a:t>，在</a:t>
            </a:r>
            <a:r>
              <a:rPr lang="en-US" altLang="zh-CN" dirty="0" err="1"/>
              <a:t>linux</a:t>
            </a:r>
            <a:r>
              <a:rPr lang="zh-CN" altLang="en-US" dirty="0"/>
              <a:t>下调用。具体方法自行搜索。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7371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1F544-D645-4F0E-91A2-E8DC7094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实验内容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zh-CN" altLang="en-US" sz="3100" dirty="0"/>
              <a:t>解析结果自动发送至第三方系统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D3CFDD-4061-49FC-8AB8-344ED3B54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在实验内容</a:t>
            </a:r>
            <a:r>
              <a:rPr lang="en-US" altLang="zh-CN" dirty="0"/>
              <a:t>1</a:t>
            </a:r>
            <a:r>
              <a:rPr lang="zh-CN" altLang="en-US" dirty="0"/>
              <a:t>的基础上完成，解析完成后，</a:t>
            </a:r>
            <a:r>
              <a:rPr lang="zh-CN" altLang="en-US" dirty="0">
                <a:solidFill>
                  <a:srgbClr val="0000FF"/>
                </a:solidFill>
              </a:rPr>
              <a:t>自动</a:t>
            </a:r>
            <a:r>
              <a:rPr lang="zh-CN" altLang="en-US" dirty="0"/>
              <a:t>（以下二选一）</a:t>
            </a:r>
            <a:endParaRPr lang="en-US" altLang="zh-CN" dirty="0"/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把</a:t>
            </a:r>
            <a:r>
              <a:rPr lang="en-US" altLang="zh-CN" dirty="0"/>
              <a:t>output.csv</a:t>
            </a:r>
            <a:r>
              <a:rPr lang="zh-CN" altLang="en-US" dirty="0"/>
              <a:t>发送至</a:t>
            </a:r>
            <a:r>
              <a:rPr lang="en-US" altLang="zh-CN" dirty="0">
                <a:solidFill>
                  <a:srgbClr val="0000FF"/>
                </a:solidFill>
              </a:rPr>
              <a:t>node1</a:t>
            </a:r>
            <a:r>
              <a:rPr lang="zh-CN" altLang="en-US" dirty="0"/>
              <a:t>上的</a:t>
            </a:r>
            <a:r>
              <a:rPr lang="en-US" altLang="zh-CN" dirty="0"/>
              <a:t>ftp</a:t>
            </a:r>
            <a:r>
              <a:rPr lang="zh-CN" altLang="en-US" dirty="0"/>
              <a:t>服务的某个目录，并通过</a:t>
            </a:r>
            <a:r>
              <a:rPr lang="en-US" altLang="zh-CN" dirty="0"/>
              <a:t>ftp</a:t>
            </a:r>
            <a:r>
              <a:rPr lang="zh-CN" altLang="en-US" dirty="0"/>
              <a:t>客户端查看</a:t>
            </a:r>
            <a:endParaRPr lang="en-US" altLang="zh-CN" dirty="0"/>
          </a:p>
          <a:p>
            <a:pPr>
              <a:buClr>
                <a:srgbClr val="FF0000"/>
              </a:buClr>
            </a:pPr>
            <a:endParaRPr lang="en-US" altLang="zh-CN" dirty="0"/>
          </a:p>
          <a:p>
            <a:pPr>
              <a:buClr>
                <a:srgbClr val="FF0000"/>
              </a:buClr>
            </a:pPr>
            <a:r>
              <a:rPr lang="zh-CN" altLang="en-US" dirty="0">
                <a:solidFill>
                  <a:srgbClr val="0000FF"/>
                </a:solidFill>
              </a:rPr>
              <a:t>或者</a:t>
            </a:r>
            <a:endParaRPr lang="en-US" altLang="zh-CN" dirty="0">
              <a:solidFill>
                <a:srgbClr val="0000FF"/>
              </a:solidFill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把</a:t>
            </a:r>
            <a:r>
              <a:rPr lang="en-US" altLang="zh-CN" dirty="0"/>
              <a:t>output.csv</a:t>
            </a:r>
            <a:r>
              <a:rPr lang="zh-CN" altLang="en-US" dirty="0"/>
              <a:t>发送至</a:t>
            </a:r>
            <a:r>
              <a:rPr lang="en-US" altLang="zh-CN" dirty="0">
                <a:solidFill>
                  <a:srgbClr val="0000FF"/>
                </a:solidFill>
              </a:rPr>
              <a:t>node1</a:t>
            </a:r>
            <a:r>
              <a:rPr lang="zh-CN" altLang="en-US" dirty="0"/>
              <a:t>上的邮件服务的某个邮箱，并通过邮件客户端接收邮件查看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215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75DC38-D3B5-42DA-8AA0-33DF6EEC2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提交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129A83-229A-43DC-8A10-11DA32C53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）实验报告：按照实验报告模板写实验报告，提交给实验老师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）录屏展示实验内容</a:t>
            </a:r>
            <a:r>
              <a:rPr lang="en-US" altLang="zh-CN" dirty="0"/>
              <a:t>1</a:t>
            </a:r>
            <a:r>
              <a:rPr lang="zh-CN" altLang="en-US" dirty="0"/>
              <a:t>的处理结果和实验内容</a:t>
            </a:r>
            <a:r>
              <a:rPr lang="en-US" altLang="zh-CN" dirty="0"/>
              <a:t>2</a:t>
            </a:r>
            <a:r>
              <a:rPr lang="zh-CN" altLang="en-US"/>
              <a:t>的自动发送结果，视频提交至学习通。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3547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讲课ppt模板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讲课ppt模板</Template>
  <TotalTime>91</TotalTime>
  <Words>238</Words>
  <Application>Microsoft Office PowerPoint</Application>
  <PresentationFormat>全屏显示(4:3)</PresentationFormat>
  <Paragraphs>28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Arial</vt:lpstr>
      <vt:lpstr>Arial Black</vt:lpstr>
      <vt:lpstr>Wingdings</vt:lpstr>
      <vt:lpstr>讲课ppt模板</vt:lpstr>
      <vt:lpstr>实验四： 常用Linux命令操作和shell编程</vt:lpstr>
      <vt:lpstr>实验内容1：解析json文件</vt:lpstr>
      <vt:lpstr>解析json文件的思路</vt:lpstr>
      <vt:lpstr>实验内容2：解析结果自动发送至第三方系统</vt:lpstr>
      <vt:lpstr>提交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yangjinfeng</dc:creator>
  <cp:lastModifiedBy>杨 锦锋</cp:lastModifiedBy>
  <cp:revision>16</cp:revision>
  <dcterms:created xsi:type="dcterms:W3CDTF">2018-10-07T09:28:05Z</dcterms:created>
  <dcterms:modified xsi:type="dcterms:W3CDTF">2025-11-13T12:16:32Z</dcterms:modified>
</cp:coreProperties>
</file>